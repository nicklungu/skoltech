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1" roundtripDataSignature="AMtx7mgTAUJkkMDY8mTTQYZF03bvRAmf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000500" y="-3268662"/>
            <a:ext cx="1143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3600"/>
            <a:ext cx="9144000" cy="51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3600"/>
            <a:ext cx="9144000" cy="51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2022-09-25T10:16:42Z</dcterms:created>
</cp:coreProperties>
</file>